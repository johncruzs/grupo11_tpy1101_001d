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34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del Proyecto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Aplicado de Programación (TPY1101)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Integrantes: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Soto Loyola  |  John Cruz Sanchez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669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6187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261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Recapitulación ejecutiva del proyecto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928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92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de software (TC-01 a TC-07)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229600" cy="5669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2374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25237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pruebas de validación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 — hallazgos y correcciones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8229600" cy="566928"/>
          </a:xfrm>
          <a:prstGeom prst="rect">
            <a:avLst/>
          </a:prstGeom>
          <a:solidFill>
            <a:srgbClr val="161616"/>
          </a:solidFill>
          <a:ln w="12700">
            <a:solidFill>
              <a:srgbClr val="1616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8561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785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realizadas al producto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4165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4165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Recapitulación Ejecutiva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enfrentan riesgos legales críticos por desorganización documental y uso de medios informales (WhatsApp/Email) para contratos y finiquitos.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trazabilidad normativa.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dispersa y no validada.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284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 de plazos legales.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627632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centralizada que automatiza la gestión documental y ofrece soporte inteligente mediante LOY, un asistente RAG validado con fuentes oficiales de la Dirección del Trabajo.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29260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 100% de requerimientos completados y auditados.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097280"/>
            <a:ext cx="36576" cy="29260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casos de prueba alineados a la problemática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3429000"/>
            <a:ext cx="1463040" cy="54864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Pruebas de Software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931920"/>
        </p:xfrm>
        <a:graphic>
          <a:graphicData uri="http://schemas.openxmlformats.org/drawingml/2006/table">
            <a:tbl>
              <a:tblPr/>
              <a:tblGrid>
                <a:gridCol w="594360"/>
                <a:gridCol w="1508760"/>
                <a:gridCol w="1920240"/>
                <a:gridCol w="2651760"/>
                <a:gridCol w="1188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Autenticación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con credenciales válidas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emitido, sesión activa ≤ 1h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Multi-tenant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Consultar datos de otra Pyme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denegado — 0 filas retornadas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Subida documentos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Subir PDF desde rol 'usuario'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403 — rol no autorizado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LOY (RAG)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sobre normativa 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Respuesta con fuente DT referenciada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Confirmación de pago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Suscripción activada en &lt; 30 segundos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 inmutable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Cualquier acción CRUD en el sistema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append-only generado en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TC-07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Spider DT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Ejecución scraping sitio dt.gob.cl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indexados en pgvector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Aprobado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 Pruebas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aislado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17556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Instancia Supabase de staging independiente de producción.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00600" y="1097280"/>
            <a:ext cx="40233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80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sintéticos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983480" y="175564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empresas ficticias · 2 usuarios/empresa · 10 PDFs · 14 conversaciones LOY.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632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datos reales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" y="35387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dato de clientes reales utilizado. Variables .env.test separadas.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00600" y="2880360"/>
            <a:ext cx="40233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0815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983480" y="353872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· Supabase CLI (db query --linked) · Postman (Edge Functions).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Pruebas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funcionalidad, calidad y seguridad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3429000"/>
            <a:ext cx="1463040" cy="54864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Validación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207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Funcionales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 casos de prueba aprobados.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Cobertura: auth, RLS, documentos, LOY, pagos, auditoría, spider.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188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76472" y="1207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de Seguridad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337560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Advisor Supabase ejecutado.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CRITICAL + 6 WARN corregidos.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035040" y="105156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1887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1112" y="12070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72200" y="164592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Hooks corregidas (PerfilPage, PagosPage).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Vitests alineados con store Zustand real.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365760" y="283464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9718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02920" y="34290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Flow: &lt; 30s ✔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JWT: expiración exacta 1h ✔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3200400" y="283464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7180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7647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3337560" y="34290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con ramas feature/ y fix/.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del proyecto como fuente de verdad.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035040" y="2834640"/>
            <a:ext cx="2651760" cy="160020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9718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11112" y="29900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Estándares de Industria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172200" y="34290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✔ · TLS 1.2+ ✔ · Argon2id ✔ · AES-256 ✔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Seguridad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 Junio de 2026 — Producción verificada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3429000"/>
            <a:ext cx="1463040" cy="54864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Correcciones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85216"/>
          </a:xfrm>
          <a:prstGeom prst="rect">
            <a:avLst/>
          </a:prstGeom>
          <a:solidFill>
            <a:srgbClr val="1A080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105156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00200" y="10607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desactivado en `enterprises`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00200" y="13258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RLS habilitado + 2 políticas faltantes recreadas en producción.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8229600" cy="585216"/>
          </a:xfrm>
          <a:prstGeom prst="rect">
            <a:avLst/>
          </a:prstGeom>
          <a:solidFill>
            <a:srgbClr val="1A080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73352"/>
            <a:ext cx="105156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37944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00200" y="17282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desactivado en `loy_knowledge_documents`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199339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RLS habilitado — 1GB+ de embeddings vectoriales protegidos.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585216"/>
          </a:xfrm>
          <a:prstGeom prst="rect">
            <a:avLst/>
          </a:prstGeom>
          <a:solidFill>
            <a:srgbClr val="1A0808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40864"/>
            <a:ext cx="1051560" cy="5852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05456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00200" y="23957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en Edge Functions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266090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Chequeo de rol corregido en secure-document-url y documents.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08376"/>
            <a:ext cx="8229600" cy="585216"/>
          </a:xfrm>
          <a:prstGeom prst="rect">
            <a:avLst/>
          </a:prstGeom>
          <a:solidFill>
            <a:srgbClr val="1A1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08376"/>
            <a:ext cx="105156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72968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3063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`Allow all` en 4 tablas sensibles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32841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Eliminadas — pagos y suscripciones ya no legibles sin autenticación.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8229600" cy="585216"/>
          </a:xfrm>
          <a:prstGeom prst="rect">
            <a:avLst/>
          </a:prstGeom>
          <a:solidFill>
            <a:srgbClr val="1A1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75888"/>
            <a:ext cx="105156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0480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00200" y="37307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Hooks violadas (PerfilPage, PagosPage)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399592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Hooks reordenados — crash de producción evitado.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8229600" cy="585216"/>
          </a:xfrm>
          <a:prstGeom prst="rect">
            <a:avLst/>
          </a:prstGeom>
          <a:solidFill>
            <a:srgbClr val="1A1000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43400"/>
            <a:ext cx="1051560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07992"/>
            <a:ext cx="1051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funciones con search_path mutable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00200" y="466344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`search_path` fijado a `public` en todas las funciones PostgreSQL.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Realizadas al Producto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651760" cy="502920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6916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activo en todas las tablas críticas.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94360" y="30815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cerrado en Edge Functions.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4360" y="3831336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permisivas eliminadas (pagos, suscripciones).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91840" y="1005840"/>
            <a:ext cx="2651760" cy="502920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508760"/>
            <a:ext cx="265176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916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of Hooks corregidas en PerfilPage y PagosPage.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74720" y="30815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Vitest limpia y alineada con store Zustand.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474720" y="3831336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search_path fijado en 17 funciones PostgreSQL.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651760" cy="502920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72200" y="10698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Completitud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172200" y="1508760"/>
            <a:ext cx="2651760" cy="338328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69164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55080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técnica del proyecto — fuente de verdad actualizada.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355080" y="308152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fix_security_advisor_2026-06-16.sql aplicado.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355080" y="3831336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completa documentada en sección 18.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64008" cy="6858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Lecciones Aprendidas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SotLoy Conecta cumple el 100% de requisitos del ERS v1.5.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231343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multi-tenant con RLS PostgreSQL + Argon2id garantiza aislamiento y seguridad empresarial.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1181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LOY opera en entorno cerrado — sin exponer datos de Pymes a modelos externos.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3922776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auditoría cerró 9 vulnerabilidades reales antes del cierre de proyecto.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26280" y="1005840"/>
            <a:ext cx="36576" cy="384048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siempre contra BD real — el drift entre repo y producción es un riesgo tangible.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3134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Edge Functions con service role, el chequeo en código es la única barrera: debe ser exhaustivo.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54880" y="311810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tests automatizados deben alinearse al store real desde la primera iteración.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0" y="392277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auditorías en el repo garantiza trazabilidad para fiscalizaciones futuras (DT).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SotLoy Conecta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SaaS, IA y Trazabilidad.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840480" y="3200400"/>
            <a:ext cx="1463040" cy="54864"/>
          </a:xfrm>
          <a:prstGeom prst="rect">
            <a:avLst/>
          </a:prstGeom>
          <a:solidFill>
            <a:srgbClr val="C8F169"/>
          </a:solidFill>
          <a:ln w="12700">
            <a:solidFill>
              <a:srgbClr val="C8F1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Soto Loyola  ·  John Cruz Sanchez  ·  TPY1101  ·  Duoc UC 2024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SotLoy Conecta — Estado de Avance N°3</dc:title>
  <dc:subject>PptxGenJS Presentation</dc:subject>
  <dc:creator>PptxGenJS</dc:creator>
  <cp:lastModifiedBy>PptxGenJS</cp:lastModifiedBy>
  <cp:revision>1</cp:revision>
  <dcterms:created xsi:type="dcterms:W3CDTF">2026-06-16T21:12:59Z</dcterms:created>
  <dcterms:modified xsi:type="dcterms:W3CDTF">2026-06-16T21:12:59Z</dcterms:modified>
</cp:coreProperties>
</file>